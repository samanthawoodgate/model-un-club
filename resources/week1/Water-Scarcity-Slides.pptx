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Scarcity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Water Crisis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UN CLUB — WEEK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of 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billion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lack access to safely managed drinking water services worldwide.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By 2025, half the world's population will live in water-stressed areas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Water scarcity affects every continent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700 million people could be displaced by water scarcity by 2030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Water Scarcity?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Population growth — more people, same amount of water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Climate change — shifting rainfall patterns, droughts, glacier melt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Pollution — industrial waste, agricultural runoff, untreated sewage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Poor infrastructure — leaking pipes, lack of treatment plants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Conflict — wars destroy water systems and displace populations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Over-extraction — draining rivers and aquifers faster than they refill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Most Affected?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facing severe water stress: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Sub-Saharan Africa — 1 in 3 people lack clean water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Middle East &amp; North Africa — the most water-scarce region on Earth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South Asia — groundwater depletion threatens 600 million people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 Island States — limited freshwater reserves, rising sea levels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and girls are disproportionately affected, spending an estimated 200 million hours per day collecting water globally.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as a Geopolitical Issue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doesn't respect borders. When rivers cross countries, conflict follows.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Nile — Egypt, Sudan, and Ethiopia dispute over the Grand Ethiopian Renaissance Dam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Jordan River — Israel, Palestine, Jordan compete for limited supply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Indus — India-Pakistan water treaty under increasing strain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Mekong — China's upstream dams affect Vietnam, Cambodia, Laos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UN Doing?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SDG 6 — Ensure availability and sustainable management of water and sanitation for all by 2030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UN-Water — coordinates 30+ UN bodies working on water issues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2010 Resolution — The General Assembly recognised clean drinking water as a human right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 Water Conference 2023 — First in 46 years, produced the Water Action Agenda with 700+ commitments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Should water be treated as a commodity or a human right?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Who should pay for water infrastructure in developing nations?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should disputes over shared rivers be resolved?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Can technology (desalination, recycling) solve the crisis, or do we need political solutions?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would your country propose at the UN General Assembly?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Read your country's position brief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Prepare a 90-second opening speech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Be ready to answer questions from other delegates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Work with allies to draft a resolution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You are representing your country, not your personal opinion!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Water Scarcity</dc:subject>
  <dc:creator>Model UN Club</dc:creator>
  <cp:lastModifiedBy>Model UN Club</cp:lastModifiedBy>
  <cp:revision>1</cp:revision>
  <dcterms:created xsi:type="dcterms:W3CDTF">2026-03-14T16:19:34Z</dcterms:created>
  <dcterms:modified xsi:type="dcterms:W3CDTF">2026-03-14T16:19:34Z</dcterms:modified>
</cp:coreProperties>
</file>